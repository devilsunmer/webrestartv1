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2FCB6-96D5-8267-5A4F-22B90E9E6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03B220-33AC-3A4D-E634-12FEECEC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721E1-E6E4-60A5-1208-7918226A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DE7CBD-830E-0A81-B5F1-D2666559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C289EA-30FB-AD30-C7B5-960508E6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372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949A47-5CA0-BB14-D99C-EA428133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BA6B71-2546-9209-20CB-726C40E65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11B6DE-3518-889D-4ED9-7EDFFE707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5A71D6-E7A5-C536-D7DB-3A50824A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323ED1-3BAF-DF56-B43C-DFE51310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28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40562D-848D-1DE0-0683-8DF03953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2BA536-29B8-B30D-FF03-797218CC2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F63F1F-3006-68F7-45CB-9B43E557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45487C-C955-8E09-15E0-9A9E23A1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E10ED9-96B9-FFF0-63DD-12CE7804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974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6EAE49-C1DA-66BB-C59C-CE2BD231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D0CC75-50EB-C27F-6AB4-23A7A5D94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6D51B3-00A0-8EE5-7D7B-0C8D25E61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AFF327-6E52-4F96-28FD-F6BB26E23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D4F809-8873-54D7-04A8-7495DA7C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2FA77A-C0CE-C0E7-4FBC-069BE720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22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1A69B8-D9A8-A4EC-36F3-32B4DD91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350291-E9E6-3139-9E5C-80645DAB1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64F7F3-E29D-7451-3CD1-699E897D6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9C547A7-4875-082B-7063-1CE0FCA11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5C4EF08-047A-D172-6C16-9D7E5D91A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6319FB-F9E7-EC8C-B634-02D43E01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464DF6E-B5A9-7B71-0B75-6176943E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E984D6-3C23-714C-6E6A-88A77E20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42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A39CD-1993-6D78-5D47-3987D9C6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283F22A-A3FC-447C-2011-8C775F8DB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836DB80-6FBE-0AE6-6428-90191DBD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211598-7BB8-0F5A-A7B4-4FFCF449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51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13B2874-254C-C721-396E-424B5507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D0E8BBB-7172-C6AA-F29F-A2F1AFDF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4F0C1A-1EC9-70EC-47F1-AADC232F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1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D70B72-513E-1B97-D062-86CCA64A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D11DF9-2838-B9F8-DED0-902E26D8A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FC5F2D-872F-762B-EBB8-24FAAF242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E0E243-BF9D-F134-0677-E2698183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2F76FB-57D8-ABCC-9299-39ADF822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0C2BBD-08F5-1344-EBC7-FF4F97F3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00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57B495-F667-FC46-2D31-4CED908D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2A29365-F1C2-DD55-0B85-5AD8BB55D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B63F8B-25DF-C694-15F1-81DD6712C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878C7E-E66D-8DC7-176A-205F6DBA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E18E18-41CD-89EB-DDDC-D939C2A0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F6751C-460C-6AD6-E6B6-FE380E73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77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C66F1-616A-B021-E949-444C43D6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46B994A-21F2-D789-1983-86D5D5960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905282-71A5-F040-9E72-00E6B945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010C00-56F5-AEBE-9E1E-398573A9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76D307-BF61-CC21-0338-BBBEEED4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79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7C3AD0-5AE6-064C-A322-CBE01B593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535C98-FFB5-6E9B-84DC-7F4D2929D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AFC4C2-5052-1D30-9F51-5C5E78FA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2622F2-FEA3-37DB-AFF5-3397FA2B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CE5C62-1BB7-2B25-2F30-C6E02597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37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578D0DF-62C3-A5BA-C48B-A43C675B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CFB724-7D24-42E2-112E-64A9B5F4A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3786C7-592B-03E5-D193-12AD40C1C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00A5-9AA0-4660-8300-0D581839F1AD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1BA75E-0053-3614-CD27-F76647797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3B195A-BA4F-E20B-05E9-F1BCEACF3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4740-7BE6-4623-9BB5-FA67AB1968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76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EC8E21-2238-CDAE-E3E9-0D58EC03B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自製網頁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07B23BD-B6FB-3946-61AE-431B2C536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重新構建、複習所學並為之所用</a:t>
            </a:r>
          </a:p>
        </p:txBody>
      </p:sp>
    </p:spTree>
    <p:extLst>
      <p:ext uri="{BB962C8B-B14F-4D97-AF65-F5344CB8AC3E}">
        <p14:creationId xmlns:p14="http://schemas.microsoft.com/office/powerpoint/2010/main" val="819612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40CF9961-08C6-0E9F-2EF6-937316CBD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817" y="796848"/>
            <a:ext cx="7266562" cy="538994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3571AD6-3D7F-FDED-3AC7-A464D290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80" y="131661"/>
            <a:ext cx="10515600" cy="132556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構思部分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704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0EDA8-D97F-9314-34D9-15859BB6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首頁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5035110-785C-ABDE-030A-CEEBAB9E0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439" y="2053607"/>
            <a:ext cx="7528780" cy="3795813"/>
          </a:xfr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CD16FBCD-9903-BA52-7809-3E66404A0424}"/>
              </a:ext>
            </a:extLst>
          </p:cNvPr>
          <p:cNvCxnSpPr>
            <a:cxnSpLocks/>
          </p:cNvCxnSpPr>
          <p:nvPr/>
        </p:nvCxnSpPr>
        <p:spPr>
          <a:xfrm>
            <a:off x="1776549" y="3239589"/>
            <a:ext cx="957942" cy="470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36A3C1-B585-1176-2578-A8F2C5D35C6C}"/>
              </a:ext>
            </a:extLst>
          </p:cNvPr>
          <p:cNvSpPr txBox="1"/>
          <p:nvPr/>
        </p:nvSpPr>
        <p:spPr>
          <a:xfrm>
            <a:off x="-293914" y="2432422"/>
            <a:ext cx="2542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這裡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會根據頁籤的切換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而有所不同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04BD48F-2CD1-C895-C1D0-51DC7F18F74B}"/>
              </a:ext>
            </a:extLst>
          </p:cNvPr>
          <p:cNvCxnSpPr>
            <a:cxnSpLocks/>
          </p:cNvCxnSpPr>
          <p:nvPr/>
        </p:nvCxnSpPr>
        <p:spPr>
          <a:xfrm flipH="1">
            <a:off x="7881257" y="2960914"/>
            <a:ext cx="2542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75CA56A-D1A6-0C03-D654-94DF04CB4501}"/>
              </a:ext>
            </a:extLst>
          </p:cNvPr>
          <p:cNvSpPr txBox="1"/>
          <p:nvPr/>
        </p:nvSpPr>
        <p:spPr>
          <a:xfrm>
            <a:off x="10432868" y="2569029"/>
            <a:ext cx="1820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可以點選做切換的頁籤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033BC40-559E-3048-8EFF-704FB6693BB1}"/>
              </a:ext>
            </a:extLst>
          </p:cNvPr>
          <p:cNvCxnSpPr>
            <a:cxnSpLocks/>
          </p:cNvCxnSpPr>
          <p:nvPr/>
        </p:nvCxnSpPr>
        <p:spPr>
          <a:xfrm flipH="1">
            <a:off x="8804367" y="1906621"/>
            <a:ext cx="1312399" cy="287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152E051-80D8-CFA7-7979-47BAFCE0F3AE}"/>
              </a:ext>
            </a:extLst>
          </p:cNvPr>
          <p:cNvSpPr txBox="1"/>
          <p:nvPr/>
        </p:nvSpPr>
        <p:spPr>
          <a:xfrm>
            <a:off x="9460566" y="1575860"/>
            <a:ext cx="296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預計顯示「訪客」的按鈕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E23864D-1C94-9212-5F58-88D004439DE3}"/>
              </a:ext>
            </a:extLst>
          </p:cNvPr>
          <p:cNvCxnSpPr>
            <a:cxnSpLocks/>
          </p:cNvCxnSpPr>
          <p:nvPr/>
        </p:nvCxnSpPr>
        <p:spPr>
          <a:xfrm flipH="1">
            <a:off x="8618706" y="4513634"/>
            <a:ext cx="1284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B8D4827-0E6B-5637-BCED-11AC2D808AED}"/>
              </a:ext>
            </a:extLst>
          </p:cNvPr>
          <p:cNvSpPr txBox="1"/>
          <p:nvPr/>
        </p:nvSpPr>
        <p:spPr>
          <a:xfrm>
            <a:off x="9902757" y="3897086"/>
            <a:ext cx="21011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主要顯示商品，優先點入主頁呈現為優惠商品、熱賣商品，如果是會員則會優先顯示過去購物商品的多寡、沒有則跳回原設定</a:t>
            </a:r>
          </a:p>
        </p:txBody>
      </p:sp>
    </p:spTree>
    <p:extLst>
      <p:ext uri="{BB962C8B-B14F-4D97-AF65-F5344CB8AC3E}">
        <p14:creationId xmlns:p14="http://schemas.microsoft.com/office/powerpoint/2010/main" val="300978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Calibri Light"/>
        <a:ea typeface="標楷體"/>
        <a:cs typeface=""/>
      </a:majorFont>
      <a:minorFont>
        <a:latin typeface="Calibri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75</Words>
  <Application>Microsoft Office PowerPoint</Application>
  <PresentationFormat>寬螢幕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標楷體</vt:lpstr>
      <vt:lpstr>Arial</vt:lpstr>
      <vt:lpstr>Calibri</vt:lpstr>
      <vt:lpstr>Calibri Light</vt:lpstr>
      <vt:lpstr>Office 佈景主題</vt:lpstr>
      <vt:lpstr>自製網頁</vt:lpstr>
      <vt:lpstr>構思部分</vt:lpstr>
      <vt:lpstr>首頁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筱菁 許</dc:creator>
  <cp:lastModifiedBy>筱菁 許</cp:lastModifiedBy>
  <cp:revision>2</cp:revision>
  <dcterms:created xsi:type="dcterms:W3CDTF">2025-12-30T08:39:17Z</dcterms:created>
  <dcterms:modified xsi:type="dcterms:W3CDTF">2025-12-30T08:58:38Z</dcterms:modified>
</cp:coreProperties>
</file>